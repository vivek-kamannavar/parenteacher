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M K" userId="0258018735148712" providerId="LiveId" clId="{F52F3393-88B8-479F-9003-D6F925C789C2}"/>
    <pc:docChg chg="undo custSel modSld">
      <pc:chgData name="Vivek M K" userId="0258018735148712" providerId="LiveId" clId="{F52F3393-88B8-479F-9003-D6F925C789C2}" dt="2026-09-21T05:04:16.816" v="21" actId="1076"/>
      <pc:docMkLst>
        <pc:docMk/>
      </pc:docMkLst>
      <pc:sldChg chg="modSp mod">
        <pc:chgData name="Vivek M K" userId="0258018735148712" providerId="LiveId" clId="{F52F3393-88B8-479F-9003-D6F925C789C2}" dt="2026-09-21T05:04:16.816" v="21" actId="1076"/>
        <pc:sldMkLst>
          <pc:docMk/>
          <pc:sldMk cId="0" sldId="257"/>
        </pc:sldMkLst>
        <pc:spChg chg="mod">
          <ac:chgData name="Vivek M K" userId="0258018735148712" providerId="LiveId" clId="{F52F3393-88B8-479F-9003-D6F925C789C2}" dt="2026-09-21T05:04:14.108" v="1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Vivek M K" userId="0258018735148712" providerId="LiveId" clId="{F52F3393-88B8-479F-9003-D6F925C789C2}" dt="2026-09-21T05:04:13.862" v="16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Vivek M K" userId="0258018735148712" providerId="LiveId" clId="{F52F3393-88B8-479F-9003-D6F925C789C2}" dt="2026-09-21T05:04:13.206" v="15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Vivek M K" userId="0258018735148712" providerId="LiveId" clId="{F52F3393-88B8-479F-9003-D6F925C789C2}" dt="2026-09-21T05:04:16.816" v="21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Vivek M K" userId="0258018735148712" providerId="LiveId" clId="{F52F3393-88B8-479F-9003-D6F925C789C2}" dt="2026-09-21T05:04:12.551" v="12" actId="1076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864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3200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MERN FULL-STACK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ParenTeacher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</a:rPr>
              <a:t>Integrated Student Lifecycle &amp; Parent-Teacher Collaboration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Online Admission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3-Step paperless enrollment, document verification &amp; UUCMS assignment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34747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Academic Performance Hub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4114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Subject-wise attendance (&lt;75% alerts), IA marks &amp; conduct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3474720"/>
            <a:ext cx="3200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3657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Transparent Parent Portal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4114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Single-window student progress, disciplinary notices &amp; real-time alerts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Architecture: React 19 • Node.js • Express.js • MongoDB • Nodemailer • Multer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PROBLEM &amp; PURPOSE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Bridging Educational Gaps: Problem &amp;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| Student Lifecycle &amp; Collaboration Portal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Traditional Challenges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• The Parent-Teacher Communication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Parents often remain uninformed about daily attendance shortages, internal assessment marks, or behavioral warnings until it is too late.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• Paper-Heavy, Tedious Admissions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749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Manual submission of physical certificates, long queues, repetitive verification, and error-prone roll/UUCMS number allocation.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• Scattered Academic Records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4983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1D1D"/>
                </a:solidFill>
              </a:rPr>
              <a:t>Attendance registers, marks sheets, and conduct remarks maintained in silos without unified analytics or parent visibility.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120640" cy="4754880"/>
          </a:xfrm>
          <a:prstGeom prst="rect">
            <a:avLst/>
          </a:prstGeom>
          <a:solidFill>
            <a:srgbClr val="F0FDF4"/>
          </a:solidFill>
          <a:ln w="1524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The ParenTeacher Solution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 End-to-End Digital Admission Workflow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5146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532D"/>
                </a:solidFill>
              </a:rPr>
              <a:t>Complete 3-step digital registration with document uploads (PUC/SSLC, Aadhaar), status tracking, and automated verification.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 Transparent Single-Window Portal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749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532D"/>
                </a:solidFill>
              </a:rPr>
              <a:t>Parents access comprehensive student profiles containing attendance %, IA marks, disciplinary reports, and campus events.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✓ Automated Educator Tools &amp; Alerts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4983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532D"/>
                </a:solidFill>
              </a:rPr>
              <a:t>Bulk attendance marking, auto-calculated eligibility (&lt;75%), behavior logging, and instant email/SMS notifications.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System Architecture &amp; Modern 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| Student Lifecycle &amp; Collaboration Portal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91640"/>
            <a:ext cx="2194560" cy="320040"/>
          </a:xfrm>
          <a:prstGeom prst="rect">
            <a:avLst/>
          </a:prstGeom>
          <a:solidFill>
            <a:srgbClr val="DBEAFE"/>
          </a:solidFill>
          <a:ln w="1016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</a:rPr>
              <a:t>React 19 &amp; Vite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Frontend Tier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651760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Dual Responsive Dashboards: Parents &amp; Teachers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6758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Multi-step Admission Form with real-time preview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51713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Interactive Attendance &amp; Marks entry consoles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358384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State-of-the-art UX with fast Vite build 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146304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691640"/>
            <a:ext cx="2194560" cy="320040"/>
          </a:xfrm>
          <a:prstGeom prst="rect">
            <a:avLst/>
          </a:prstGeom>
          <a:solidFill>
            <a:srgbClr val="DCFCE7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Node.js &amp; Express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Backend API Tier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03320" y="2651760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Modular RESTful architecture &amp; controllers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36758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Multer multipart document upload middleware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451713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Bcrypt.js password hashing &amp; OTP authentication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5358384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Robust error handling &amp; database offline fallbacks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46304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691640"/>
            <a:ext cx="2194560" cy="320040"/>
          </a:xfrm>
          <a:prstGeom prst="rect">
            <a:avLst/>
          </a:prstGeom>
          <a:solidFill>
            <a:srgbClr val="FEF3C7"/>
          </a:solidFill>
          <a:ln w="10160">
            <a:solidFill>
              <a:srgbClr val="9240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MongoDB &amp; Mongoose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Database Tier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2651760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Admission schema with academic &amp; KYC data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6758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Attendance records with dynamic % calculation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51713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Marks schema (IA-1, IA-2, IA-3, Sem End)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5358384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Behavior logs, complaints, and event notices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23960" y="1463040"/>
            <a:ext cx="25603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0" y="1691640"/>
            <a:ext cx="2194560" cy="320040"/>
          </a:xfrm>
          <a:prstGeom prst="rect">
            <a:avLst/>
          </a:prstGeom>
          <a:solidFill>
            <a:srgbClr val="F3E8FF"/>
          </a:solidFill>
          <a:ln w="10160">
            <a:solidFill>
              <a:srgbClr val="6B21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684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21A8"/>
                </a:solidFill>
              </a:rPr>
              <a:t>Notification &amp; Auth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06840" y="2148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Services &amp; Security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098280" y="2651760"/>
            <a:ext cx="2011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28346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Nodemailer automated email notification pipeline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06840" y="3675888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SMS Service with delivery logging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451713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Role-Based Access Control (Admin, Teacher, Parent)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06840" y="5358384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• 12-digit Aadhaar &amp; 10-digit mobile KYC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Core Platform Capabilities &amp;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| Student Lifecycle &amp; Collaboration Portal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Digital Admission &amp; Verification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3-step streamlined application capturing personal, academic (PUC/SSLC State vs. CBSE) and document uploads. Admins approve/reject applications and allocate institutional UUCMS &amp; Roll Numbers.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4290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Subject-Wise &amp; Bulk Attendance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Enables teachers to record attendance individually or in bulk. Automatically calculates attendance percentage and instantly flags shortage (&lt;75%) to avert exam ineligibility early.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1463040"/>
            <a:ext cx="34290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388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Internal Assessments &amp; Gradebook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83880" y="246888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Structured entry console for IA-1, IA-2, IA-3, and Semester End examinations. Automatically tracks obtained marks, percentages, pass/fail status, and teacher remarks per subject.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34290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069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434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Behavior &amp; Conduct Tracking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8920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5-point behavioral ratings (Excellent to Disruptive) and disciplinary complaint filing with severity levels (Low/Med/High). Maintains a transparent student behavior log accessible to parents.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43400" y="3886200"/>
            <a:ext cx="34290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4069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4434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Notice &amp; Event Broadcaster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0" y="48920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Publishes campus circulars and extracurricular announcements (Hackathons, Gaming tournaments, Sports, Academic fests) targeted to specific streams or individual students.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3886200"/>
            <a:ext cx="3429000" cy="2240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4069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83880" y="44348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Real-Time Alert Dispatcher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183880" y="489204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Automated email dispatch (Nodemailer) and SMS logging for application approvals, attendance shortages, disciplinary warnings, and urgent campus announcements.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USER JOURNEYS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Two Specialized Experiences: Portals &amp; Workflows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| Student Lifecycle &amp; Collaboration Portal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TEACHER &amp; ADMIN WORKFLOW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</a:rPr>
              <a:t>1. Admission Review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Audit applicant certificates (PUC/SSLC, Aadhaar, Income/Caste), approve admission, and assign official UUCMS/Roll Numbers.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</a:rPr>
              <a:t>2. Daily Classroom Management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Perform bulk attendance entry per subject; system flags attendance shortages below 75% automatically.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</a:rPr>
              <a:t>3. Examination &amp; Assessment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Enter IA-1, IA-2, IA-3, and semester scores with grading status (Pass/Fail) and qualitative feedback.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00584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8A"/>
                </a:solidFill>
              </a:rPr>
              <a:t>4. Student Welfare &amp; Circulars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544068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Log behavioral incidents, issue disciplinary complaints, and publish hackathon/sports event notices.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512064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691640"/>
            <a:ext cx="45720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PARENT &amp; STUDENT WORKFLOW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1. Online Application &amp; Tracking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256032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Submit candidate details online and track real-time admission progress using Aadhaar, Phone, or Application ID.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4922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2. Single-Window Student Lookup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52044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Query full student profile via UUCMS No, Roll No, or Mobile without remembering complex credentials.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4922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3. Real-Time Academic Transparency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448056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Monitor overall attendance %, exam breakdown across subjects, and teacher remarks anytime from home.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49224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4. Instant Alerts &amp; Campus Updates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544068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475569"/>
                </a:solidFill>
              </a:rPr>
              <a:t>Receive prompt email/SMS notifications for disciplinary issues, attendance warnings, and event announcements.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IMPACT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Project Impact, Key Value &amp; Future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ParenTeacher | Student Lifecycle &amp; Collaboration Portal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4290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100%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Paperless Process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Eliminates paper admissions, manual queues &amp; lost physical documents.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4290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600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75%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26280" y="2103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Threshold Guard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Proactive detection of attendance shortages before exams.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0" y="1463040"/>
            <a:ext cx="342900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00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</a:rPr>
              <a:t>360°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38160" y="2103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Student Visibility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Holistic tracking covering attendance, marks, conduct &amp; events.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</a:rPr>
              <a:t>FUTURE ENHANCEMENTS &amp; ROADMAP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25603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931920"/>
            <a:ext cx="914400" cy="2743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Payment Gateway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48006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Integration of UPI/NetBanking for tuition &amp; admission fees with automated receipts.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3749040"/>
            <a:ext cx="25603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3931920"/>
            <a:ext cx="914400" cy="2743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AI Performance Insights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11880" y="48006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Predictive analytics highlighting subject weaknesses and tailored study recommendations.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749040"/>
            <a:ext cx="25603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931920"/>
            <a:ext cx="914400" cy="2743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Native Mobile App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48006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React Native iOS &amp; Android application with biometric login and instant push alerts.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23960" y="3749040"/>
            <a:ext cx="256032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0" y="3931920"/>
            <a:ext cx="914400" cy="2743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0684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006840" y="4343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Govt Portal Sync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006840" y="48006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Direct API synchronization with Karnataka UUCMS university databases.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972</Words>
  <Application>Microsoft Office PowerPoint</Application>
  <PresentationFormat>On-screen Show (16:9)</PresentationFormat>
  <Paragraphs>127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ParenTeacher Project Presentation</dc:title>
  <dc:subject>Integrated Student Lifecycle &amp; Parent-Teacher Collaboration Platform</dc:subject>
  <dc:creator>ParenTeacher Project Team</dc:creator>
  <cp:lastModifiedBy>Vivek M K</cp:lastModifiedBy>
  <cp:revision>1</cp:revision>
  <dcterms:created xsi:type="dcterms:W3CDTF">2026-09-15T05:47:12Z</dcterms:created>
  <dcterms:modified xsi:type="dcterms:W3CDTF">2026-09-21T05:04:22Z</dcterms:modified>
</cp:coreProperties>
</file>